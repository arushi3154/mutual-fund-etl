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Bluestock Mutual Fund Capstone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End-to-End ETL Pipeline, Performance Metrics &amp; Recommender Engine</a:t>
            </a:r>
            <a:br/>
            <a:br/>
            <a:r>
              <a:t>Author: Arushi Awasthi</a:t>
            </a:r>
            <a:br/>
            <a:r>
              <a:t>Repository: github.com/Arushi3154/mutual-fund-etl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Ingest, clean, and standardize fragmented Indian Mutual Fund NAV &amp; AUM datasets.</a:t>
            </a:r>
            <a:br/>
            <a:r>
              <a:t>• Compute risk-adjusted metrics: 252-day trading CAGR, Sharpe, Beta, and 95% VaR.</a:t>
            </a:r>
            <a:br/>
            <a:r>
              <a:t>• Resolve weekend NAV gaps using ffill() to avoid artificial volatility spikes.</a:t>
            </a:r>
            <a:br/>
            <a:r>
              <a:t>• Automate fund recommendation scorecards and PowerBI data marts.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Data Sources &amp; Ingestion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Official AMFI API (mfapi.in) for live daily NAV tracking.</a:t>
            </a:r>
            <a:br/>
            <a:r>
              <a:t>• Historical Scheme Master, Portfolio Holdings, and Benchmark Indices (Nifty 50).</a:t>
            </a:r>
            <a:br/>
            <a:r>
              <a:t>• Monthly industry-wide AUM and category net inflow statistics.</a:t>
            </a:r>
            <a:br/>
            <a:r>
              <a:t>• Automated error handling for HTTP timeouts and payload parsing.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ETL Architecture &amp; Warehouse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Ingestion Layer: API fetching and automated schema validation.</a:t>
            </a:r>
            <a:br/>
            <a:r>
              <a:t>• Transformation Layer: Date standardization, missing value imputations, unit scaling.</a:t>
            </a:r>
            <a:br/>
            <a:r>
              <a:t>• Database Warehouse: Normalized 3NF SQLite database (bluestock_mf.db).</a:t>
            </a:r>
            <a:br/>
            <a:r>
              <a:t>• Export Layer: Automated CSV data mart generation for PowerBI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Exploratory Data Analysis — Category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Equity schemes dominate overall industry AUM (over 62% of total assets).</a:t>
            </a:r>
            <a:br/>
            <a:r>
              <a:t>• Large-cap funds display lower historical variance compared to Small/Mid-cap funds.</a:t>
            </a:r>
            <a:br/>
            <a:r>
              <a:t>• Multi-cap and Flexi-cap categories exhibit highest investor inflows.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Exploratory Data Analysis — Expense Ratios &amp; NAVs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Direct plans consistently outperform Regular plans by 0.75%–1.25% annually.</a:t>
            </a:r>
            <a:br/>
            <a:r>
              <a:t>• Expense ratio distribution peaks between 0.8% and 1.8% for equity schemes.</a:t>
            </a:r>
            <a:br/>
            <a:r>
              <a:t>• Outlier detection identified split/merger anomalies in NAV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Performance Analytics — Risk-Adjusted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Trading-day annualized CAGR formula: CAGR = (NAV_end / NAV_start)^(252 / n) - 1.</a:t>
            </a:r>
            <a:br/>
            <a:r>
              <a:t>• Sharpe Ratio evaluated against Risk-Free Rate (Rf = 6.5%).</a:t>
            </a:r>
            <a:br/>
            <a:r>
              <a:t>• Sortino Ratio highlights downside volatility relative to total variance.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Performance Analytics — Market Sensitivity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Beta calculated via covariance against Nifty 50 benchmark index.</a:t>
            </a:r>
            <a:br/>
            <a:r>
              <a:t>• Alpha generation measured using Capital Asset Pricing Model (CAPM).</a:t>
            </a:r>
            <a:br/>
            <a:r>
              <a:t>• 95% Value at Risk (VaR) computed to quantify potential single-day losses.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Dashboard Screenshots — Executive &amp; Category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Page 1: Executive KPI Scorecard (Total AUM, Active Schemes, Average CAGR).</a:t>
            </a:r>
            <a:br/>
            <a:r>
              <a:t>• Page 2: Monthly SIP Inflow Trends &amp; Fund House AUM Comparisons.</a:t>
            </a:r>
            <a:br/>
            <a:r>
              <a:t>• Interactive Slicers: Fund Category, AMC, and Date Range filters on all pages.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Dashboard Screenshots — Scheme Deep-Dive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Page 3: Risk vs Return Scatter Plot Matrix (Sharpe vs Beta).</a:t>
            </a:r>
            <a:br/>
            <a:r>
              <a:t>• Page 4: Top 5 Recommended Funds &amp; Scorecard Table.</a:t>
            </a:r>
            <a:br/>
            <a:r>
              <a:t>• Cross-filtering allows immediate drill-down by AMC and Risk 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Key Findings &amp;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Top 10% of schemes generate over 75% of cumulative risk-adjusted alpha.</a:t>
            </a:r>
            <a:br/>
            <a:r>
              <a:t>• Direct equity funds maintain superior 3-year CAGR due to expense savings.</a:t>
            </a:r>
            <a:br/>
            <a:r>
              <a:t>• Recommendation: Rebalance portfolios quarterly targeting Sharpe &gt; 1.2.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Thank You &amp; Repository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Questions &amp; Answers</a:t>
            </a:r>
            <a:br/>
            <a:br/>
            <a:r>
              <a:t>GitHub Repository: https://github.com/Arushi3154/mutual-fund-etl</a:t>
            </a:r>
            <a:br/>
            <a:r>
              <a:t>Release Version: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